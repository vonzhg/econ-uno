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257" r:id="rId2"/>
    <p:sldId id="259" r:id="rId3"/>
    <p:sldId id="260" r:id="rId4"/>
    <p:sldId id="359" r:id="rId5"/>
    <p:sldId id="360" r:id="rId6"/>
    <p:sldId id="361" r:id="rId7"/>
    <p:sldId id="338" r:id="rId8"/>
    <p:sldId id="265" r:id="rId9"/>
    <p:sldId id="367" r:id="rId10"/>
    <p:sldId id="261" r:id="rId11"/>
    <p:sldId id="349" r:id="rId12"/>
    <p:sldId id="350" r:id="rId13"/>
    <p:sldId id="343" r:id="rId14"/>
    <p:sldId id="366" r:id="rId15"/>
    <p:sldId id="344" r:id="rId16"/>
    <p:sldId id="345" r:id="rId17"/>
    <p:sldId id="346" r:id="rId18"/>
    <p:sldId id="347" r:id="rId19"/>
    <p:sldId id="348" r:id="rId20"/>
    <p:sldId id="357" r:id="rId21"/>
    <p:sldId id="358" r:id="rId22"/>
    <p:sldId id="351" r:id="rId23"/>
    <p:sldId id="363" r:id="rId24"/>
    <p:sldId id="368" r:id="rId25"/>
    <p:sldId id="365" r:id="rId26"/>
    <p:sldId id="364" r:id="rId27"/>
    <p:sldId id="362" r:id="rId28"/>
    <p:sldId id="263" r:id="rId29"/>
    <p:sldId id="268" r:id="rId30"/>
    <p:sldId id="267" r:id="rId31"/>
    <p:sldId id="281" r:id="rId32"/>
    <p:sldId id="282" r:id="rId33"/>
    <p:sldId id="284" r:id="rId34"/>
    <p:sldId id="285" r:id="rId35"/>
  </p:sldIdLst>
  <p:sldSz cx="9144000" cy="6858000" type="screen4x3"/>
  <p:notesSz cx="6881813" cy="92964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  <a:srgbClr val="FF9933"/>
    <a:srgbClr val="FD8B35"/>
    <a:srgbClr val="0D00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758298-3E1F-CB43-AE5E-31B5A2DA5DB1}" v="16" dt="2026-01-13T17:33:58.5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493" autoAdjust="0"/>
    <p:restoredTop sz="92964" autoAdjust="0"/>
  </p:normalViewPr>
  <p:slideViewPr>
    <p:cSldViewPr snapToGrid="0">
      <p:cViewPr varScale="1">
        <p:scale>
          <a:sx n="96" d="100"/>
          <a:sy n="96" d="100"/>
        </p:scale>
        <p:origin x="1080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6.xml"/><Relationship Id="rId13" Type="http://schemas.openxmlformats.org/officeDocument/2006/relationships/slide" Target="slides/slide21.xml"/><Relationship Id="rId3" Type="http://schemas.openxmlformats.org/officeDocument/2006/relationships/slide" Target="slides/slide10.xml"/><Relationship Id="rId7" Type="http://schemas.openxmlformats.org/officeDocument/2006/relationships/slide" Target="slides/slide15.xml"/><Relationship Id="rId12" Type="http://schemas.openxmlformats.org/officeDocument/2006/relationships/slide" Target="slides/slide20.xml"/><Relationship Id="rId2" Type="http://schemas.openxmlformats.org/officeDocument/2006/relationships/slide" Target="slides/slide3.xml"/><Relationship Id="rId1" Type="http://schemas.openxmlformats.org/officeDocument/2006/relationships/slide" Target="slides/slide1.xml"/><Relationship Id="rId6" Type="http://schemas.openxmlformats.org/officeDocument/2006/relationships/slide" Target="slides/slide13.xml"/><Relationship Id="rId11" Type="http://schemas.openxmlformats.org/officeDocument/2006/relationships/slide" Target="slides/slide19.xml"/><Relationship Id="rId5" Type="http://schemas.openxmlformats.org/officeDocument/2006/relationships/slide" Target="slides/slide12.xml"/><Relationship Id="rId10" Type="http://schemas.openxmlformats.org/officeDocument/2006/relationships/slide" Target="slides/slide18.xml"/><Relationship Id="rId4" Type="http://schemas.openxmlformats.org/officeDocument/2006/relationships/slide" Target="slides/slide11.xml"/><Relationship Id="rId9" Type="http://schemas.openxmlformats.org/officeDocument/2006/relationships/slide" Target="slides/slide17.xml"/><Relationship Id="rId14" Type="http://schemas.openxmlformats.org/officeDocument/2006/relationships/slide" Target="slides/slide2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igang Feng" userId="5e8ed788b3896709" providerId="LiveId" clId="{90DD35B2-EABA-5749-ADF0-1076D96956E0}"/>
    <pc:docChg chg="undo custSel addSld delSld modSld sldOrd">
      <pc:chgData name="Zhigang Feng" userId="5e8ed788b3896709" providerId="LiveId" clId="{90DD35B2-EABA-5749-ADF0-1076D96956E0}" dt="2026-01-13T17:34:48.293" v="95" actId="1076"/>
      <pc:docMkLst>
        <pc:docMk/>
      </pc:docMkLst>
      <pc:sldChg chg="addSp delSp modSp mod">
        <pc:chgData name="Zhigang Feng" userId="5e8ed788b3896709" providerId="LiveId" clId="{90DD35B2-EABA-5749-ADF0-1076D96956E0}" dt="2026-01-13T14:31:37.981" v="77" actId="1076"/>
        <pc:sldMkLst>
          <pc:docMk/>
          <pc:sldMk cId="0" sldId="267"/>
        </pc:sldMkLst>
        <pc:spChg chg="mod ord">
          <ac:chgData name="Zhigang Feng" userId="5e8ed788b3896709" providerId="LiveId" clId="{90DD35B2-EABA-5749-ADF0-1076D96956E0}" dt="2026-01-13T14:31:27.984" v="75" actId="26606"/>
          <ac:spMkLst>
            <pc:docMk/>
            <pc:sldMk cId="0" sldId="267"/>
            <ac:spMk id="2" creationId="{00000000-0000-0000-0000-000000000000}"/>
          </ac:spMkLst>
        </pc:spChg>
        <pc:spChg chg="mod">
          <ac:chgData name="Zhigang Feng" userId="5e8ed788b3896709" providerId="LiveId" clId="{90DD35B2-EABA-5749-ADF0-1076D96956E0}" dt="2026-01-13T14:31:27.984" v="75" actId="26606"/>
          <ac:spMkLst>
            <pc:docMk/>
            <pc:sldMk cId="0" sldId="267"/>
            <ac:spMk id="14338" creationId="{00000000-0000-0000-0000-000000000000}"/>
          </ac:spMkLst>
        </pc:spChg>
        <pc:picChg chg="add mod">
          <ac:chgData name="Zhigang Feng" userId="5e8ed788b3896709" providerId="LiveId" clId="{90DD35B2-EABA-5749-ADF0-1076D96956E0}" dt="2026-01-13T14:31:37.981" v="77" actId="1076"/>
          <ac:picMkLst>
            <pc:docMk/>
            <pc:sldMk cId="0" sldId="267"/>
            <ac:picMk id="4" creationId="{7C26003F-42F3-F741-FFFE-0A1F0C049078}"/>
          </ac:picMkLst>
        </pc:picChg>
        <pc:picChg chg="del">
          <ac:chgData name="Zhigang Feng" userId="5e8ed788b3896709" providerId="LiveId" clId="{90DD35B2-EABA-5749-ADF0-1076D96956E0}" dt="2026-01-13T14:31:11.893" v="66" actId="478"/>
          <ac:picMkLst>
            <pc:docMk/>
            <pc:sldMk cId="0" sldId="267"/>
            <ac:picMk id="6" creationId="{00000000-0000-0000-0000-000000000000}"/>
          </ac:picMkLst>
        </pc:picChg>
      </pc:sldChg>
      <pc:sldChg chg="modSp mod">
        <pc:chgData name="Zhigang Feng" userId="5e8ed788b3896709" providerId="LiveId" clId="{90DD35B2-EABA-5749-ADF0-1076D96956E0}" dt="2026-01-13T17:33:59.931" v="92" actId="20577"/>
        <pc:sldMkLst>
          <pc:docMk/>
          <pc:sldMk cId="0" sldId="285"/>
        </pc:sldMkLst>
        <pc:spChg chg="mod">
          <ac:chgData name="Zhigang Feng" userId="5e8ed788b3896709" providerId="LiveId" clId="{90DD35B2-EABA-5749-ADF0-1076D96956E0}" dt="2026-01-13T17:33:59.931" v="92" actId="20577"/>
          <ac:spMkLst>
            <pc:docMk/>
            <pc:sldMk cId="0" sldId="285"/>
            <ac:spMk id="39939" creationId="{00000000-0000-0000-0000-000000000000}"/>
          </ac:spMkLst>
        </pc:spChg>
      </pc:sldChg>
      <pc:sldChg chg="modSp mod">
        <pc:chgData name="Zhigang Feng" userId="5e8ed788b3896709" providerId="LiveId" clId="{90DD35B2-EABA-5749-ADF0-1076D96956E0}" dt="2026-01-12T20:58:45.876" v="6" actId="20577"/>
        <pc:sldMkLst>
          <pc:docMk/>
          <pc:sldMk cId="1263935986" sldId="338"/>
        </pc:sldMkLst>
        <pc:spChg chg="mod">
          <ac:chgData name="Zhigang Feng" userId="5e8ed788b3896709" providerId="LiveId" clId="{90DD35B2-EABA-5749-ADF0-1076D96956E0}" dt="2026-01-12T20:58:45.876" v="6" actId="20577"/>
          <ac:spMkLst>
            <pc:docMk/>
            <pc:sldMk cId="1263935986" sldId="338"/>
            <ac:spMk id="6" creationId="{13E52516-126B-F3C0-9D88-741BD733190F}"/>
          </ac:spMkLst>
        </pc:spChg>
      </pc:sldChg>
      <pc:sldChg chg="del">
        <pc:chgData name="Zhigang Feng" userId="5e8ed788b3896709" providerId="LiveId" clId="{90DD35B2-EABA-5749-ADF0-1076D96956E0}" dt="2026-01-12T21:03:49.223" v="17" actId="2696"/>
        <pc:sldMkLst>
          <pc:docMk/>
          <pc:sldMk cId="3568448691" sldId="352"/>
        </pc:sldMkLst>
      </pc:sldChg>
      <pc:sldChg chg="del">
        <pc:chgData name="Zhigang Feng" userId="5e8ed788b3896709" providerId="LiveId" clId="{90DD35B2-EABA-5749-ADF0-1076D96956E0}" dt="2026-01-12T21:03:49.223" v="17" actId="2696"/>
        <pc:sldMkLst>
          <pc:docMk/>
          <pc:sldMk cId="1256786340" sldId="353"/>
        </pc:sldMkLst>
      </pc:sldChg>
      <pc:sldChg chg="del">
        <pc:chgData name="Zhigang Feng" userId="5e8ed788b3896709" providerId="LiveId" clId="{90DD35B2-EABA-5749-ADF0-1076D96956E0}" dt="2026-01-12T21:03:49.223" v="17" actId="2696"/>
        <pc:sldMkLst>
          <pc:docMk/>
          <pc:sldMk cId="4217129580" sldId="354"/>
        </pc:sldMkLst>
      </pc:sldChg>
      <pc:sldChg chg="del">
        <pc:chgData name="Zhigang Feng" userId="5e8ed788b3896709" providerId="LiveId" clId="{90DD35B2-EABA-5749-ADF0-1076D96956E0}" dt="2026-01-12T21:03:49.223" v="17" actId="2696"/>
        <pc:sldMkLst>
          <pc:docMk/>
          <pc:sldMk cId="2319071399" sldId="356"/>
        </pc:sldMkLst>
      </pc:sldChg>
      <pc:sldChg chg="modSp mod">
        <pc:chgData name="Zhigang Feng" userId="5e8ed788b3896709" providerId="LiveId" clId="{90DD35B2-EABA-5749-ADF0-1076D96956E0}" dt="2026-01-12T20:57:41.557" v="1" actId="1076"/>
        <pc:sldMkLst>
          <pc:docMk/>
          <pc:sldMk cId="3445347173" sldId="359"/>
        </pc:sldMkLst>
        <pc:picChg chg="mod">
          <ac:chgData name="Zhigang Feng" userId="5e8ed788b3896709" providerId="LiveId" clId="{90DD35B2-EABA-5749-ADF0-1076D96956E0}" dt="2026-01-12T20:57:41.557" v="1" actId="1076"/>
          <ac:picMkLst>
            <pc:docMk/>
            <pc:sldMk cId="3445347173" sldId="359"/>
            <ac:picMk id="6" creationId="{3C0AAD5C-9211-BC8E-D0EE-74168C6BCE3A}"/>
          </ac:picMkLst>
        </pc:picChg>
      </pc:sldChg>
      <pc:sldChg chg="del">
        <pc:chgData name="Zhigang Feng" userId="5e8ed788b3896709" providerId="LiveId" clId="{90DD35B2-EABA-5749-ADF0-1076D96956E0}" dt="2026-01-12T20:58:59.952" v="7" actId="2696"/>
        <pc:sldMkLst>
          <pc:docMk/>
          <pc:sldMk cId="577037520" sldId="362"/>
        </pc:sldMkLst>
      </pc:sldChg>
      <pc:sldChg chg="addSp delSp modSp new mod">
        <pc:chgData name="Zhigang Feng" userId="5e8ed788b3896709" providerId="LiveId" clId="{90DD35B2-EABA-5749-ADF0-1076D96956E0}" dt="2026-01-12T23:21:49.829" v="26" actId="26606"/>
        <pc:sldMkLst>
          <pc:docMk/>
          <pc:sldMk cId="3685215783" sldId="362"/>
        </pc:sldMkLst>
        <pc:spChg chg="del">
          <ac:chgData name="Zhigang Feng" userId="5e8ed788b3896709" providerId="LiveId" clId="{90DD35B2-EABA-5749-ADF0-1076D96956E0}" dt="2026-01-12T21:03:20.356" v="9" actId="478"/>
          <ac:spMkLst>
            <pc:docMk/>
            <pc:sldMk cId="3685215783" sldId="362"/>
            <ac:spMk id="2" creationId="{567CC096-DF88-AE4B-4F6F-25F09D5B7A39}"/>
          </ac:spMkLst>
        </pc:spChg>
        <pc:spChg chg="del">
          <ac:chgData name="Zhigang Feng" userId="5e8ed788b3896709" providerId="LiveId" clId="{90DD35B2-EABA-5749-ADF0-1076D96956E0}" dt="2026-01-12T21:03:22.038" v="10" actId="478"/>
          <ac:spMkLst>
            <pc:docMk/>
            <pc:sldMk cId="3685215783" sldId="362"/>
            <ac:spMk id="3" creationId="{C77EC84A-BB5F-D043-1D5A-7799C1FBE724}"/>
          </ac:spMkLst>
        </pc:spChg>
        <pc:spChg chg="mod ord modVis">
          <ac:chgData name="Zhigang Feng" userId="5e8ed788b3896709" providerId="LiveId" clId="{90DD35B2-EABA-5749-ADF0-1076D96956E0}" dt="2026-01-12T23:21:49.829" v="26" actId="26606"/>
          <ac:spMkLst>
            <pc:docMk/>
            <pc:sldMk cId="3685215783" sldId="362"/>
            <ac:spMk id="4" creationId="{88D79E5C-402F-42EE-39E9-BFA72F041EC3}"/>
          </ac:spMkLst>
        </pc:spChg>
        <pc:picChg chg="add mod">
          <ac:chgData name="Zhigang Feng" userId="5e8ed788b3896709" providerId="LiveId" clId="{90DD35B2-EABA-5749-ADF0-1076D96956E0}" dt="2026-01-12T23:21:49.829" v="26" actId="26606"/>
          <ac:picMkLst>
            <pc:docMk/>
            <pc:sldMk cId="3685215783" sldId="362"/>
            <ac:picMk id="6" creationId="{E51AF4CE-9CA5-8670-44FF-3B590060C5EA}"/>
          </ac:picMkLst>
        </pc:picChg>
      </pc:sldChg>
      <pc:sldChg chg="del">
        <pc:chgData name="Zhigang Feng" userId="5e8ed788b3896709" providerId="LiveId" clId="{90DD35B2-EABA-5749-ADF0-1076D96956E0}" dt="2026-01-12T20:58:59.952" v="7" actId="2696"/>
        <pc:sldMkLst>
          <pc:docMk/>
          <pc:sldMk cId="2070990628" sldId="363"/>
        </pc:sldMkLst>
      </pc:sldChg>
      <pc:sldChg chg="addSp delSp modSp new mod">
        <pc:chgData name="Zhigang Feng" userId="5e8ed788b3896709" providerId="LiveId" clId="{90DD35B2-EABA-5749-ADF0-1076D96956E0}" dt="2026-01-13T17:34:48.293" v="95" actId="1076"/>
        <pc:sldMkLst>
          <pc:docMk/>
          <pc:sldMk cId="2452753204" sldId="363"/>
        </pc:sldMkLst>
        <pc:spChg chg="del">
          <ac:chgData name="Zhigang Feng" userId="5e8ed788b3896709" providerId="LiveId" clId="{90DD35B2-EABA-5749-ADF0-1076D96956E0}" dt="2026-01-12T23:21:34.592" v="19" actId="478"/>
          <ac:spMkLst>
            <pc:docMk/>
            <pc:sldMk cId="2452753204" sldId="363"/>
            <ac:spMk id="2" creationId="{88D07758-274A-49C1-05DA-0C23F2F5043F}"/>
          </ac:spMkLst>
        </pc:spChg>
        <pc:spChg chg="del">
          <ac:chgData name="Zhigang Feng" userId="5e8ed788b3896709" providerId="LiveId" clId="{90DD35B2-EABA-5749-ADF0-1076D96956E0}" dt="2026-01-12T23:21:35.793" v="20" actId="478"/>
          <ac:spMkLst>
            <pc:docMk/>
            <pc:sldMk cId="2452753204" sldId="363"/>
            <ac:spMk id="3" creationId="{BCFE834A-CC92-FA8D-39BB-22AD2A6F7053}"/>
          </ac:spMkLst>
        </pc:spChg>
        <pc:spChg chg="mod ord modVis">
          <ac:chgData name="Zhigang Feng" userId="5e8ed788b3896709" providerId="LiveId" clId="{90DD35B2-EABA-5749-ADF0-1076D96956E0}" dt="2026-01-12T23:21:45.528" v="25" actId="26606"/>
          <ac:spMkLst>
            <pc:docMk/>
            <pc:sldMk cId="2452753204" sldId="363"/>
            <ac:spMk id="4" creationId="{E60BCCBD-03CF-2C69-0171-823FAC2DCD62}"/>
          </ac:spMkLst>
        </pc:spChg>
        <pc:picChg chg="add mod">
          <ac:chgData name="Zhigang Feng" userId="5e8ed788b3896709" providerId="LiveId" clId="{90DD35B2-EABA-5749-ADF0-1076D96956E0}" dt="2026-01-13T17:34:48.293" v="95" actId="1076"/>
          <ac:picMkLst>
            <pc:docMk/>
            <pc:sldMk cId="2452753204" sldId="363"/>
            <ac:picMk id="6" creationId="{B96FE6FF-B202-591A-1CEA-C1605A0812EC}"/>
          </ac:picMkLst>
        </pc:picChg>
      </pc:sldChg>
      <pc:sldChg chg="addSp delSp modSp new mod ord">
        <pc:chgData name="Zhigang Feng" userId="5e8ed788b3896709" providerId="LiveId" clId="{90DD35B2-EABA-5749-ADF0-1076D96956E0}" dt="2026-01-12T23:27:15.569" v="41" actId="20578"/>
        <pc:sldMkLst>
          <pc:docMk/>
          <pc:sldMk cId="1607092389" sldId="364"/>
        </pc:sldMkLst>
        <pc:spChg chg="del">
          <ac:chgData name="Zhigang Feng" userId="5e8ed788b3896709" providerId="LiveId" clId="{90DD35B2-EABA-5749-ADF0-1076D96956E0}" dt="2026-01-12T23:25:05.065" v="28" actId="478"/>
          <ac:spMkLst>
            <pc:docMk/>
            <pc:sldMk cId="1607092389" sldId="364"/>
            <ac:spMk id="2" creationId="{C61DD11D-FD6F-EFEB-ECDB-C5E9A2A54754}"/>
          </ac:spMkLst>
        </pc:spChg>
        <pc:spChg chg="del">
          <ac:chgData name="Zhigang Feng" userId="5e8ed788b3896709" providerId="LiveId" clId="{90DD35B2-EABA-5749-ADF0-1076D96956E0}" dt="2026-01-12T23:25:07.425" v="29" actId="478"/>
          <ac:spMkLst>
            <pc:docMk/>
            <pc:sldMk cId="1607092389" sldId="364"/>
            <ac:spMk id="3" creationId="{FC952BD1-FDE6-5904-EFD4-2515028D0735}"/>
          </ac:spMkLst>
        </pc:spChg>
        <pc:picChg chg="add mod">
          <ac:chgData name="Zhigang Feng" userId="5e8ed788b3896709" providerId="LiveId" clId="{90DD35B2-EABA-5749-ADF0-1076D96956E0}" dt="2026-01-12T23:25:13.454" v="32" actId="962"/>
          <ac:picMkLst>
            <pc:docMk/>
            <pc:sldMk cId="1607092389" sldId="364"/>
            <ac:picMk id="6" creationId="{BB4E04B5-6112-A2D8-2C21-83C837B62BEE}"/>
          </ac:picMkLst>
        </pc:picChg>
      </pc:sldChg>
      <pc:sldChg chg="del">
        <pc:chgData name="Zhigang Feng" userId="5e8ed788b3896709" providerId="LiveId" clId="{90DD35B2-EABA-5749-ADF0-1076D96956E0}" dt="2026-01-12T20:57:56.743" v="2" actId="2696"/>
        <pc:sldMkLst>
          <pc:docMk/>
          <pc:sldMk cId="1810667581" sldId="364"/>
        </pc:sldMkLst>
      </pc:sldChg>
      <pc:sldChg chg="addSp delSp modSp new mod ord">
        <pc:chgData name="Zhigang Feng" userId="5e8ed788b3896709" providerId="LiveId" clId="{90DD35B2-EABA-5749-ADF0-1076D96956E0}" dt="2026-01-12T23:27:13.748" v="40" actId="20578"/>
        <pc:sldMkLst>
          <pc:docMk/>
          <pc:sldMk cId="3175739601" sldId="365"/>
        </pc:sldMkLst>
        <pc:spChg chg="del">
          <ac:chgData name="Zhigang Feng" userId="5e8ed788b3896709" providerId="LiveId" clId="{90DD35B2-EABA-5749-ADF0-1076D96956E0}" dt="2026-01-12T23:27:02.126" v="34" actId="478"/>
          <ac:spMkLst>
            <pc:docMk/>
            <pc:sldMk cId="3175739601" sldId="365"/>
            <ac:spMk id="2" creationId="{94AE8001-3B66-E72E-F09C-7078FDBF97E3}"/>
          </ac:spMkLst>
        </pc:spChg>
        <pc:spChg chg="del">
          <ac:chgData name="Zhigang Feng" userId="5e8ed788b3896709" providerId="LiveId" clId="{90DD35B2-EABA-5749-ADF0-1076D96956E0}" dt="2026-01-12T23:27:03.999" v="35" actId="478"/>
          <ac:spMkLst>
            <pc:docMk/>
            <pc:sldMk cId="3175739601" sldId="365"/>
            <ac:spMk id="3" creationId="{9F0453AB-9808-EBBB-7B6D-E5069D1FC6AC}"/>
          </ac:spMkLst>
        </pc:spChg>
        <pc:spChg chg="mod ord modVis">
          <ac:chgData name="Zhigang Feng" userId="5e8ed788b3896709" providerId="LiveId" clId="{90DD35B2-EABA-5749-ADF0-1076D96956E0}" dt="2026-01-12T23:27:09.185" v="39" actId="26606"/>
          <ac:spMkLst>
            <pc:docMk/>
            <pc:sldMk cId="3175739601" sldId="365"/>
            <ac:spMk id="4" creationId="{E9050A4B-56E8-9EC5-F04C-3BFBCB8F0112}"/>
          </ac:spMkLst>
        </pc:spChg>
        <pc:picChg chg="add mod">
          <ac:chgData name="Zhigang Feng" userId="5e8ed788b3896709" providerId="LiveId" clId="{90DD35B2-EABA-5749-ADF0-1076D96956E0}" dt="2026-01-12T23:27:09.185" v="39" actId="26606"/>
          <ac:picMkLst>
            <pc:docMk/>
            <pc:sldMk cId="3175739601" sldId="365"/>
            <ac:picMk id="6" creationId="{C3F55358-7010-FB69-3D75-907813EA2640}"/>
          </ac:picMkLst>
        </pc:picChg>
      </pc:sldChg>
      <pc:sldChg chg="addSp delSp modSp new mod">
        <pc:chgData name="Zhigang Feng" userId="5e8ed788b3896709" providerId="LiveId" clId="{90DD35B2-EABA-5749-ADF0-1076D96956E0}" dt="2026-01-13T14:17:43.719" v="50" actId="26606"/>
        <pc:sldMkLst>
          <pc:docMk/>
          <pc:sldMk cId="2717556624" sldId="366"/>
        </pc:sldMkLst>
        <pc:spChg chg="del">
          <ac:chgData name="Zhigang Feng" userId="5e8ed788b3896709" providerId="LiveId" clId="{90DD35B2-EABA-5749-ADF0-1076D96956E0}" dt="2026-01-13T14:17:18.033" v="43" actId="478"/>
          <ac:spMkLst>
            <pc:docMk/>
            <pc:sldMk cId="2717556624" sldId="366"/>
            <ac:spMk id="2" creationId="{EB553957-A63B-5339-5140-E2EFFFAC8F62}"/>
          </ac:spMkLst>
        </pc:spChg>
        <pc:spChg chg="del">
          <ac:chgData name="Zhigang Feng" userId="5e8ed788b3896709" providerId="LiveId" clId="{90DD35B2-EABA-5749-ADF0-1076D96956E0}" dt="2026-01-13T14:17:19.678" v="44" actId="478"/>
          <ac:spMkLst>
            <pc:docMk/>
            <pc:sldMk cId="2717556624" sldId="366"/>
            <ac:spMk id="3" creationId="{3EE758C0-DFD6-D28D-7538-F263C109E9AB}"/>
          </ac:spMkLst>
        </pc:spChg>
        <pc:spChg chg="mod ord modVis">
          <ac:chgData name="Zhigang Feng" userId="5e8ed788b3896709" providerId="LiveId" clId="{90DD35B2-EABA-5749-ADF0-1076D96956E0}" dt="2026-01-13T14:17:43.719" v="50" actId="26606"/>
          <ac:spMkLst>
            <pc:docMk/>
            <pc:sldMk cId="2717556624" sldId="366"/>
            <ac:spMk id="4" creationId="{17FCD877-8577-DA5C-E890-B4978C35E8CA}"/>
          </ac:spMkLst>
        </pc:spChg>
        <pc:picChg chg="add mod">
          <ac:chgData name="Zhigang Feng" userId="5e8ed788b3896709" providerId="LiveId" clId="{90DD35B2-EABA-5749-ADF0-1076D96956E0}" dt="2026-01-13T14:17:43.719" v="50" actId="26606"/>
          <ac:picMkLst>
            <pc:docMk/>
            <pc:sldMk cId="2717556624" sldId="366"/>
            <ac:picMk id="6" creationId="{5147ACE4-E75E-7D33-2C2F-3F232E60EF66}"/>
          </ac:picMkLst>
        </pc:picChg>
      </pc:sldChg>
      <pc:sldChg chg="addSp delSp modSp add mod">
        <pc:chgData name="Zhigang Feng" userId="5e8ed788b3896709" providerId="LiveId" clId="{90DD35B2-EABA-5749-ADF0-1076D96956E0}" dt="2026-01-13T17:34:30.350" v="94" actId="1076"/>
        <pc:sldMkLst>
          <pc:docMk/>
          <pc:sldMk cId="2504606787" sldId="367"/>
        </pc:sldMkLst>
        <pc:spChg chg="mod ord modVis">
          <ac:chgData name="Zhigang Feng" userId="5e8ed788b3896709" providerId="LiveId" clId="{90DD35B2-EABA-5749-ADF0-1076D96956E0}" dt="2026-01-13T14:19:12.784" v="58" actId="26606"/>
          <ac:spMkLst>
            <pc:docMk/>
            <pc:sldMk cId="2504606787" sldId="367"/>
            <ac:spMk id="2" creationId="{2EFBCCE6-79A6-FB02-C80B-11B2A3014755}"/>
          </ac:spMkLst>
        </pc:spChg>
        <pc:spChg chg="add del mod">
          <ac:chgData name="Zhigang Feng" userId="5e8ed788b3896709" providerId="LiveId" clId="{90DD35B2-EABA-5749-ADF0-1076D96956E0}" dt="2026-01-13T14:19:10.180" v="57" actId="478"/>
          <ac:spMkLst>
            <pc:docMk/>
            <pc:sldMk cId="2504606787" sldId="367"/>
            <ac:spMk id="7" creationId="{6E497709-55C4-DAAB-EADD-4FAA9BA8A445}"/>
          </ac:spMkLst>
        </pc:spChg>
        <pc:spChg chg="del">
          <ac:chgData name="Zhigang Feng" userId="5e8ed788b3896709" providerId="LiveId" clId="{90DD35B2-EABA-5749-ADF0-1076D96956E0}" dt="2026-01-13T14:19:08.774" v="56" actId="478"/>
          <ac:spMkLst>
            <pc:docMk/>
            <pc:sldMk cId="2504606787" sldId="367"/>
            <ac:spMk id="12290" creationId="{5A01EE81-DDDD-0207-3963-B15F01D96E88}"/>
          </ac:spMkLst>
        </pc:spChg>
        <pc:picChg chg="del">
          <ac:chgData name="Zhigang Feng" userId="5e8ed788b3896709" providerId="LiveId" clId="{90DD35B2-EABA-5749-ADF0-1076D96956E0}" dt="2026-01-13T14:18:56.955" v="52" actId="478"/>
          <ac:picMkLst>
            <pc:docMk/>
            <pc:sldMk cId="2504606787" sldId="367"/>
            <ac:picMk id="4" creationId="{510B283C-4305-1084-E820-531A9A472493}"/>
          </ac:picMkLst>
        </pc:picChg>
        <pc:picChg chg="add mod">
          <ac:chgData name="Zhigang Feng" userId="5e8ed788b3896709" providerId="LiveId" clId="{90DD35B2-EABA-5749-ADF0-1076D96956E0}" dt="2026-01-13T17:34:30.350" v="94" actId="1076"/>
          <ac:picMkLst>
            <pc:docMk/>
            <pc:sldMk cId="2504606787" sldId="367"/>
            <ac:picMk id="5" creationId="{7EE66229-5DE5-FCEF-8443-4B3CA4350BBF}"/>
          </ac:picMkLst>
        </pc:picChg>
      </pc:sldChg>
      <pc:sldChg chg="addSp delSp modSp add mod modClrScheme chgLayout">
        <pc:chgData name="Zhigang Feng" userId="5e8ed788b3896709" providerId="LiveId" clId="{90DD35B2-EABA-5749-ADF0-1076D96956E0}" dt="2026-01-13T17:33:39.328" v="87" actId="1076"/>
        <pc:sldMkLst>
          <pc:docMk/>
          <pc:sldMk cId="3280327225" sldId="368"/>
        </pc:sldMkLst>
        <pc:spChg chg="mod ord">
          <ac:chgData name="Zhigang Feng" userId="5e8ed788b3896709" providerId="LiveId" clId="{90DD35B2-EABA-5749-ADF0-1076D96956E0}" dt="2026-01-13T17:33:22.084" v="83" actId="26606"/>
          <ac:spMkLst>
            <pc:docMk/>
            <pc:sldMk cId="3280327225" sldId="368"/>
            <ac:spMk id="4" creationId="{2771AA7D-A1A2-7A8D-731F-24692FD5310C}"/>
          </ac:spMkLst>
        </pc:spChg>
        <pc:spChg chg="add del mod">
          <ac:chgData name="Zhigang Feng" userId="5e8ed788b3896709" providerId="LiveId" clId="{90DD35B2-EABA-5749-ADF0-1076D96956E0}" dt="2026-01-13T17:33:22.081" v="82" actId="26606"/>
          <ac:spMkLst>
            <pc:docMk/>
            <pc:sldMk cId="3280327225" sldId="368"/>
            <ac:spMk id="9" creationId="{90E6C5C4-0896-6E4B-DB84-23F8AD42C54A}"/>
          </ac:spMkLst>
        </pc:spChg>
        <pc:spChg chg="add del mod">
          <ac:chgData name="Zhigang Feng" userId="5e8ed788b3896709" providerId="LiveId" clId="{90DD35B2-EABA-5749-ADF0-1076D96956E0}" dt="2026-01-13T17:33:22.081" v="82" actId="26606"/>
          <ac:spMkLst>
            <pc:docMk/>
            <pc:sldMk cId="3280327225" sldId="368"/>
            <ac:spMk id="11" creationId="{6749E752-6868-2973-1065-8C779FF6612A}"/>
          </ac:spMkLst>
        </pc:spChg>
        <pc:spChg chg="add del mod">
          <ac:chgData name="Zhigang Feng" userId="5e8ed788b3896709" providerId="LiveId" clId="{90DD35B2-EABA-5749-ADF0-1076D96956E0}" dt="2026-01-13T17:33:22.081" v="82" actId="26606"/>
          <ac:spMkLst>
            <pc:docMk/>
            <pc:sldMk cId="3280327225" sldId="368"/>
            <ac:spMk id="13" creationId="{5662DE65-61F6-C962-AF62-A1F0B0229D0E}"/>
          </ac:spMkLst>
        </pc:spChg>
        <pc:spChg chg="add del mod">
          <ac:chgData name="Zhigang Feng" userId="5e8ed788b3896709" providerId="LiveId" clId="{90DD35B2-EABA-5749-ADF0-1076D96956E0}" dt="2026-01-13T17:33:30.101" v="84" actId="478"/>
          <ac:spMkLst>
            <pc:docMk/>
            <pc:sldMk cId="3280327225" sldId="368"/>
            <ac:spMk id="15" creationId="{047187C9-A553-0DF6-073A-A71ECC32DDFD}"/>
          </ac:spMkLst>
        </pc:spChg>
        <pc:spChg chg="add del mod">
          <ac:chgData name="Zhigang Feng" userId="5e8ed788b3896709" providerId="LiveId" clId="{90DD35B2-EABA-5749-ADF0-1076D96956E0}" dt="2026-01-13T17:33:31.622" v="85" actId="478"/>
          <ac:spMkLst>
            <pc:docMk/>
            <pc:sldMk cId="3280327225" sldId="368"/>
            <ac:spMk id="16" creationId="{79C2F736-9FC1-BD7A-CBD1-97E9D1F9B3EE}"/>
          </ac:spMkLst>
        </pc:spChg>
        <pc:spChg chg="add mod">
          <ac:chgData name="Zhigang Feng" userId="5e8ed788b3896709" providerId="LiveId" clId="{90DD35B2-EABA-5749-ADF0-1076D96956E0}" dt="2026-01-13T17:33:22.084" v="83" actId="26606"/>
          <ac:spMkLst>
            <pc:docMk/>
            <pc:sldMk cId="3280327225" sldId="368"/>
            <ac:spMk id="17" creationId="{2BF2254C-7E9B-C5C9-9DE0-B545651A1E22}"/>
          </ac:spMkLst>
        </pc:spChg>
        <pc:picChg chg="add mod">
          <ac:chgData name="Zhigang Feng" userId="5e8ed788b3896709" providerId="LiveId" clId="{90DD35B2-EABA-5749-ADF0-1076D96956E0}" dt="2026-01-13T17:33:39.328" v="87" actId="1076"/>
          <ac:picMkLst>
            <pc:docMk/>
            <pc:sldMk cId="3280327225" sldId="368"/>
            <ac:picMk id="3" creationId="{3D7450B9-25D5-2C65-D30A-BE5C731A161D}"/>
          </ac:picMkLst>
        </pc:picChg>
        <pc:picChg chg="del">
          <ac:chgData name="Zhigang Feng" userId="5e8ed788b3896709" providerId="LiveId" clId="{90DD35B2-EABA-5749-ADF0-1076D96956E0}" dt="2026-01-13T14:21:33.351" v="60" actId="478"/>
          <ac:picMkLst>
            <pc:docMk/>
            <pc:sldMk cId="3280327225" sldId="368"/>
            <ac:picMk id="6" creationId="{DF937836-AB34-9E8C-9078-22A2EA3798B8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82418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444" tIns="43722" rIns="87444" bIns="43722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 dirty="0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97902" y="1"/>
            <a:ext cx="2982418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444" tIns="43722" rIns="87444" bIns="43722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747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0659"/>
            <a:ext cx="2982418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444" tIns="43722" rIns="87444" bIns="43722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747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97902" y="8830659"/>
            <a:ext cx="2982418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444" tIns="43722" rIns="87444" bIns="43722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1822E575-6C4F-4903-B6BB-17784E6B374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575919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82418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37" tIns="46219" rIns="92437" bIns="46219" numCol="1" anchor="t" anchorCtr="0" compatLnSpc="1">
            <a:prstTxWarp prst="textNoShape">
              <a:avLst/>
            </a:prstTxWarp>
          </a:bodyPr>
          <a:lstStyle>
            <a:lvl1pPr algn="l" defTabSz="924539">
              <a:defRPr sz="1200"/>
            </a:lvl1pPr>
          </a:lstStyle>
          <a:p>
            <a:endParaRPr lang="en-US" dirty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7902" y="1"/>
            <a:ext cx="2982418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37" tIns="46219" rIns="92437" bIns="46219" numCol="1" anchor="t" anchorCtr="0" compatLnSpc="1">
            <a:prstTxWarp prst="textNoShape">
              <a:avLst/>
            </a:prstTxWarp>
          </a:bodyPr>
          <a:lstStyle>
            <a:lvl1pPr algn="r" defTabSz="924539">
              <a:defRPr sz="1200"/>
            </a:lvl1pPr>
          </a:lstStyle>
          <a:p>
            <a:endParaRPr lang="en-US"/>
          </a:p>
        </p:txBody>
      </p:sp>
      <p:sp>
        <p:nvSpPr>
          <p:cNvPr id="307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7600" y="698500"/>
            <a:ext cx="4646613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07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81" y="4416099"/>
            <a:ext cx="5504853" cy="4182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37" tIns="46219" rIns="92437" bIns="462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7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0659"/>
            <a:ext cx="2982418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37" tIns="46219" rIns="92437" bIns="46219" numCol="1" anchor="b" anchorCtr="0" compatLnSpc="1">
            <a:prstTxWarp prst="textNoShape">
              <a:avLst/>
            </a:prstTxWarp>
          </a:bodyPr>
          <a:lstStyle>
            <a:lvl1pPr algn="l" defTabSz="924539">
              <a:defRPr sz="1200"/>
            </a:lvl1pPr>
          </a:lstStyle>
          <a:p>
            <a:endParaRPr lang="en-US"/>
          </a:p>
        </p:txBody>
      </p:sp>
      <p:sp>
        <p:nvSpPr>
          <p:cNvPr id="307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7902" y="8830659"/>
            <a:ext cx="2982418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37" tIns="46219" rIns="92437" bIns="46219" numCol="1" anchor="b" anchorCtr="0" compatLnSpc="1">
            <a:prstTxWarp prst="textNoShape">
              <a:avLst/>
            </a:prstTxWarp>
          </a:bodyPr>
          <a:lstStyle>
            <a:lvl1pPr algn="r" defTabSz="924539">
              <a:defRPr sz="1200"/>
            </a:lvl1pPr>
          </a:lstStyle>
          <a:p>
            <a:fld id="{890BC14B-01F4-4F79-B5A4-3E4814BCE79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58622"/>
      </p:ext>
    </p:extLst>
  </p:cSld>
  <p:clrMap bg1="lt1" tx1="dk1" bg2="lt2" tx2="dk2" accent1="accent1" accent2="accent2" accent3="accent3" accent4="accent4" accent5="accent5" accent6="accent6" hlink="hlink" folHlink="folHlink"/>
  <p:hf sldNum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06011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7726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4406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7270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4F15B-28F6-47FC-0202-BDCD630E7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DABDB5-615D-1B98-5EF1-50C56816B0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A6DC6E-A109-6389-FE11-1185D77492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A74A62F4-E538-E154-37A0-EF11DA600860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81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76784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0872D-1E76-57A0-6339-7A5F121A4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6AAEC8-9E98-FEDD-617B-046EC8D071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8260DF-27B0-F628-2DA5-304E276AAA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0D95B8FB-AA59-6740-96A8-B200886AA22F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6856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F0AEC-DFF7-EB52-0F99-4130E473D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A9B274-9662-3382-7496-344E6054DD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F68CBB-89D2-5865-69D7-F3D736FCD1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9B725AD-9581-5A9F-9D5D-73C21349DD61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5382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B2F9D-1212-BFAF-4107-9CB114C25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C3E5C5-947C-B336-026F-1F9A9F1A4E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8FEEA7-B9A8-ECBF-1AE1-F116B262B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59B5F302-7962-9009-B2EF-A5B1C4B8BB0D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14640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3DF41-7D3D-EAD9-3C87-F7202813E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DA8F34-8F7B-23F7-5A2E-0BE54066CD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C638F8-C914-A042-C440-836E6D14E8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E6B7394-DD97-AA16-FF84-DC1BDF50EA8A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1313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F578B-C201-8FA5-9E1E-FE774079E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82FB4C-DCEA-9ACB-B6B8-1823F62724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47514C-22E3-DBE2-7A79-C3C4FE1E4A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412DF48C-26C8-D9A2-813B-F5DFB4513161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1485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8072F-8525-73A8-B3EC-4CA771F0D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B9271A-14F5-ED9C-2362-6EEF64E400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0D2C59-408B-5D03-B7CD-570C3EE6BF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3B14AFBA-1F07-BF5F-B42C-98DFD8991725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0106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A1D1A-5A1E-7F88-A6D4-D4468FA94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F9C41E-A8DA-EE88-51EF-0010B8EFF1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0B677A-3230-73E0-CF95-2B2D09F88D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CE9345AC-CD8C-CFA1-995F-B49411FA16C3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9207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87EEE-E913-90C9-5F6F-E2EFC9E93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0F8AE6-7CCC-2420-45D5-69DE871F67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C26B6E-B9BF-C89A-E61A-1D7F0C25F5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54139F7A-EE8B-EFFA-8D86-7076AF6334E6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0804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AE807-BBA1-C821-CF00-4E41CE05A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A5CAB2-A6B9-76F8-C32B-423EC70890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BEA3C6-7E9F-DAD6-919D-D709576407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821012E9-5542-BEAA-F9E9-7A5A57FD8268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3031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B5219-56B0-4A62-A815-57DCCEF81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2A51F4-E108-8698-2108-A27345EF0A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0B81B1-4AF7-AAAC-6316-90E358D5B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045139C3-C00E-CCB6-ADC4-9314D9115723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6523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2E917-9277-B296-6927-5AEA3F2F0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90C04B-20FF-8B9A-602D-2CAF59FA48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0EF02A-99C6-8860-9C6F-59E578FF8C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CF8C261E-64C3-5B6C-06AE-816B45772770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68137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3407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48233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76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9546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63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50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2926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Note: The lecture notes are incomplete without having attended lectures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53CD95-D58B-4166-A4E8-9F23792ED76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Note: The lecture notes are incomplete without having attended lectures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3703AC-E0D8-44A4-8586-6D8CF346A9F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Note: The lecture notes are incomplete without having attended lectures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5C4AE1-1AEA-4B10-A63C-81C34D543D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Note: The lecture notes are incomplete without having attended lectures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08EA15-4BE9-4DDE-B021-E215449399B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Note: The lecture notes are incomplete without having attended lectures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8EB8BF-B8EE-4979-A8F8-A2E6207E546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Note: The lecture notes are incomplete without having attended lectures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D88FCF-DEBE-4C17-B6ED-CBAB3AD3B06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Note: The lecture notes are incomplete without having attended lectures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82F4BE-4C65-4932-B346-CDABE639E53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Note: The lecture notes are incomplete without having attended lectures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FAE683-88DD-47EF-9E4E-9C9AEF8DEE6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Note: The lecture notes are incomplete without having attended lectures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E7222C-B55B-4C62-87CD-CDD2D730693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Note: The lecture notes are incomplete without having attended lectures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3743B8-397C-4A7E-8769-6912934FFFB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Note: The lecture notes are incomplete without having attended lectures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110842-4396-4286-85A8-BBE9518DFF1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" y="6397625"/>
            <a:ext cx="5562600" cy="3238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Note: The lecture notes are incomplete without having attended lectures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6ECD167C-5AFE-4EB8-BA9E-08D0F68FE7B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57200" y="6397625"/>
            <a:ext cx="556260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/>
            </a:lvl1pPr>
          </a:lstStyle>
          <a:p>
            <a:r>
              <a:rPr lang="en-US"/>
              <a:t>Note: The lecture notes are incomplete without having attended lectures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BF2DF1E-1529-434A-8620-7032B7FC2BCA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7" name="Picture 7" descr="uwwlogo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715000" y="152400"/>
            <a:ext cx="3200400" cy="439738"/>
          </a:xfrm>
          <a:prstGeom prst="rect">
            <a:avLst/>
          </a:prstGeom>
          <a:noFill/>
        </p:spPr>
      </p:pic>
      <p:sp>
        <p:nvSpPr>
          <p:cNvPr id="8" name="Rectangle 10"/>
          <p:cNvSpPr>
            <a:spLocks noChangeArrowheads="1"/>
          </p:cNvSpPr>
          <p:nvPr userDrawn="1"/>
        </p:nvSpPr>
        <p:spPr bwMode="auto">
          <a:xfrm>
            <a:off x="685800" y="457200"/>
            <a:ext cx="4953000" cy="46038"/>
          </a:xfrm>
          <a:prstGeom prst="rect">
            <a:avLst/>
          </a:prstGeom>
          <a:gradFill rotWithShape="1">
            <a:gsLst>
              <a:gs pos="0">
                <a:srgbClr val="0000FF"/>
              </a:gs>
              <a:gs pos="100000">
                <a:srgbClr val="FF000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ext Box 9"/>
          <p:cNvSpPr txBox="1">
            <a:spLocks noChangeArrowheads="1"/>
          </p:cNvSpPr>
          <p:nvPr userDrawn="1"/>
        </p:nvSpPr>
        <p:spPr bwMode="auto">
          <a:xfrm>
            <a:off x="609600" y="228600"/>
            <a:ext cx="5029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lang="en-US" sz="1000" dirty="0"/>
              <a:t>Professor Yamin Ahmad, Principles of Macroeconomics – ECON 202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nomaha.edu/news/2025/08/when-hail-meets-high-finance-nebraskas-insurance-crisis-points-to-americas-climate-future.php" TargetMode="External"/><Relationship Id="rId2" Type="http://schemas.openxmlformats.org/officeDocument/2006/relationships/hyperlink" Target="https://www.unomaha.edu/news/2025/10/is-ai-luring-everyone-into-a-middle-intelligence-trap.php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533400"/>
            <a:ext cx="7772400" cy="1470025"/>
          </a:xfrm>
        </p:spPr>
        <p:txBody>
          <a:bodyPr/>
          <a:lstStyle/>
          <a:p>
            <a:r>
              <a:rPr lang="en-US" sz="4000" dirty="0"/>
              <a:t>Economics 2220</a:t>
            </a:r>
            <a:br>
              <a:rPr lang="en-US" sz="4000" dirty="0"/>
            </a:br>
            <a:r>
              <a:rPr lang="en-US" dirty="0"/>
              <a:t>Principles of Macroeconomics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981200"/>
            <a:ext cx="6400800" cy="533400"/>
          </a:xfrm>
        </p:spPr>
        <p:txBody>
          <a:bodyPr/>
          <a:lstStyle/>
          <a:p>
            <a:r>
              <a:rPr lang="en-US" sz="2800" dirty="0"/>
              <a:t>Professor Zhigang Feng</a:t>
            </a:r>
          </a:p>
        </p:txBody>
      </p:sp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428625" y="3092450"/>
            <a:ext cx="5151438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28600" indent="-228600" algn="l">
              <a:spcBef>
                <a:spcPct val="50000"/>
              </a:spcBef>
            </a:pPr>
            <a:r>
              <a:rPr lang="en-US" sz="2400" u="sng" dirty="0"/>
              <a:t>Lecture 1: Introduction</a:t>
            </a:r>
          </a:p>
          <a:p>
            <a:pPr marL="228600" indent="-228600" algn="l">
              <a:spcBef>
                <a:spcPct val="50000"/>
              </a:spcBef>
            </a:pPr>
            <a:endParaRPr lang="en-US" sz="2400" u="sng" dirty="0"/>
          </a:p>
          <a:p>
            <a:pPr marL="228600" indent="-228600" algn="l">
              <a:spcBef>
                <a:spcPct val="50000"/>
              </a:spcBef>
              <a:buFontTx/>
              <a:buChar char="•"/>
            </a:pPr>
            <a:r>
              <a:rPr lang="en-US" sz="2000" dirty="0"/>
              <a:t>Course presentation</a:t>
            </a:r>
          </a:p>
          <a:p>
            <a:pPr marL="228600" indent="-228600" algn="l">
              <a:spcBef>
                <a:spcPct val="50000"/>
              </a:spcBef>
              <a:buFontTx/>
              <a:buChar char="•"/>
            </a:pPr>
            <a:r>
              <a:rPr lang="en-US" sz="2000" dirty="0"/>
              <a:t>Introduction to Macroeconomics</a:t>
            </a:r>
          </a:p>
          <a:p>
            <a:pPr marL="228600" indent="-228600" algn="l">
              <a:spcBef>
                <a:spcPct val="50000"/>
              </a:spcBef>
              <a:buFontTx/>
              <a:buChar char="•"/>
            </a:pPr>
            <a:r>
              <a:rPr lang="en-US" sz="2000" dirty="0"/>
              <a:t>Recent and Current macroeconomic Events</a:t>
            </a:r>
          </a:p>
          <a:p>
            <a:pPr marL="228600" indent="-228600" algn="l">
              <a:spcBef>
                <a:spcPct val="50000"/>
              </a:spcBef>
              <a:buFontTx/>
              <a:buChar char="•"/>
            </a:pPr>
            <a:r>
              <a:rPr lang="en-US" sz="2000" dirty="0"/>
              <a:t>List of topics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3CD95-D58B-4166-A4E8-9F23792ED764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Presentation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/>
              <a:t>Course website: Canvas.</a:t>
            </a:r>
          </a:p>
          <a:p>
            <a:endParaRPr lang="en-US" sz="2400" dirty="0"/>
          </a:p>
          <a:p>
            <a:r>
              <a:rPr lang="en-US" sz="2400" dirty="0"/>
              <a:t>The choice of textbook.</a:t>
            </a:r>
          </a:p>
          <a:p>
            <a:endParaRPr lang="en-US" sz="2400" dirty="0"/>
          </a:p>
          <a:p>
            <a:r>
              <a:rPr lang="en-US" sz="2400" dirty="0"/>
              <a:t>Homework, exams and grades.</a:t>
            </a:r>
          </a:p>
          <a:p>
            <a:endParaRPr lang="en-US" sz="2400" dirty="0"/>
          </a:p>
          <a:p>
            <a:r>
              <a:rPr lang="en-US" sz="2400" dirty="0"/>
              <a:t>Office hours, course materials and additional readings.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703AC-E0D8-44A4-8586-6D8CF346A9F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r>
              <a:rPr lang="en-US" sz="4000" dirty="0"/>
              <a:t>Who am I?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209799"/>
            <a:ext cx="8229600" cy="4035425"/>
          </a:xfrm>
        </p:spPr>
        <p:txBody>
          <a:bodyPr/>
          <a:lstStyle/>
          <a:p>
            <a:pPr>
              <a:tabLst>
                <a:tab pos="3657600" algn="l"/>
                <a:tab pos="8001000" algn="r"/>
              </a:tabLst>
            </a:pPr>
            <a:r>
              <a:rPr lang="en-US" sz="2000" dirty="0"/>
              <a:t>A macroeconomist studies AI and Machine Learning;</a:t>
            </a:r>
          </a:p>
          <a:p>
            <a:pPr>
              <a:tabLst>
                <a:tab pos="3657600" algn="l"/>
                <a:tab pos="8001000" algn="r"/>
              </a:tabLst>
            </a:pPr>
            <a:endParaRPr lang="en-US" sz="600" dirty="0"/>
          </a:p>
          <a:p>
            <a:pPr>
              <a:tabLst>
                <a:tab pos="3657600" algn="l"/>
                <a:tab pos="8001000" algn="r"/>
              </a:tabLst>
            </a:pPr>
            <a:r>
              <a:rPr lang="en-US" sz="2000" dirty="0"/>
              <a:t>Taught at U of Illinois, U of Zurich, Purdue;</a:t>
            </a:r>
          </a:p>
          <a:p>
            <a:pPr>
              <a:tabLst>
                <a:tab pos="3657600" algn="l"/>
                <a:tab pos="8001000" algn="r"/>
              </a:tabLst>
            </a:pPr>
            <a:endParaRPr lang="en-US" sz="600" dirty="0"/>
          </a:p>
          <a:p>
            <a:pPr>
              <a:tabLst>
                <a:tab pos="3657600" algn="l"/>
                <a:tab pos="8001000" algn="r"/>
              </a:tabLst>
            </a:pPr>
            <a:r>
              <a:rPr lang="en-US" sz="2000" dirty="0"/>
              <a:t>Conduct researches at Congressional Budget Office, Federal Reserve Bank;</a:t>
            </a:r>
          </a:p>
          <a:p>
            <a:pPr>
              <a:tabLst>
                <a:tab pos="3657600" algn="l"/>
                <a:tab pos="8001000" algn="r"/>
              </a:tabLst>
            </a:pPr>
            <a:endParaRPr lang="en-US" sz="600" dirty="0"/>
          </a:p>
          <a:p>
            <a:pPr>
              <a:tabLst>
                <a:tab pos="3657600" algn="l"/>
                <a:tab pos="8001000" algn="r"/>
              </a:tabLst>
            </a:pPr>
            <a:r>
              <a:rPr lang="en-US" sz="2000" dirty="0"/>
              <a:t>Published at top economics journals;</a:t>
            </a:r>
          </a:p>
          <a:p>
            <a:pPr>
              <a:tabLst>
                <a:tab pos="3657600" algn="l"/>
                <a:tab pos="8001000" algn="r"/>
              </a:tabLst>
            </a:pPr>
            <a:endParaRPr lang="en-US" sz="600" dirty="0"/>
          </a:p>
          <a:p>
            <a:pPr>
              <a:tabLst>
                <a:tab pos="3657600" algn="l"/>
                <a:tab pos="8001000" algn="r"/>
              </a:tabLst>
            </a:pPr>
            <a:r>
              <a:rPr lang="en-US" sz="2000" dirty="0"/>
              <a:t>Contributor to FOX 42 KPTM, KETV, Omaha World Herald;</a:t>
            </a:r>
          </a:p>
          <a:p>
            <a:pPr>
              <a:tabLst>
                <a:tab pos="3657600" algn="l"/>
                <a:tab pos="8001000" algn="r"/>
              </a:tabLst>
            </a:pPr>
            <a:endParaRPr lang="en-US" sz="600" dirty="0"/>
          </a:p>
          <a:p>
            <a:pPr>
              <a:tabLst>
                <a:tab pos="3657600" algn="l"/>
                <a:tab pos="8001000" algn="r"/>
              </a:tabLst>
            </a:pPr>
            <a:r>
              <a:rPr lang="en-US" sz="2000" dirty="0"/>
              <a:t>Photographer for MNHS Swimming Team, 2021-2025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703AC-E0D8-44A4-8586-6D8CF346A9F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8F2C41-1804-AA1C-30E9-0CCCCB339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703AC-E0D8-44A4-8586-6D8CF346A9FC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6" name="Picture 5" descr="A book with a diagram of a circle&#10;&#10;Description automatically generated with medium confidence">
            <a:extLst>
              <a:ext uri="{FF2B5EF4-FFF2-40B4-BE49-F238E27FC236}">
                <a16:creationId xmlns:a16="http://schemas.microsoft.com/office/drawing/2014/main" id="{3C0AAD5C-9211-BC8E-D0EE-74168C6BCE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337" y="820378"/>
            <a:ext cx="7772400" cy="469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347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3489C-1BBF-6916-3D46-4A41E181D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703AC-E0D8-44A4-8586-6D8CF346A9FC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4" name="Picture 13" descr="A page of a book&#10;&#10;Description automatically generated">
            <a:extLst>
              <a:ext uri="{FF2B5EF4-FFF2-40B4-BE49-F238E27FC236}">
                <a16:creationId xmlns:a16="http://schemas.microsoft.com/office/drawing/2014/main" id="{69727A26-C77F-91DB-16D4-B615267380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0934" y="2728819"/>
            <a:ext cx="5323985" cy="3772423"/>
          </a:xfrm>
          <a:prstGeom prst="rect">
            <a:avLst/>
          </a:prstGeom>
        </p:spPr>
      </p:pic>
      <p:pic>
        <p:nvPicPr>
          <p:cNvPr id="6" name="Picture 5" descr="A book cover with colorful shapes&#10;&#10;Description automatically generated">
            <a:extLst>
              <a:ext uri="{FF2B5EF4-FFF2-40B4-BE49-F238E27FC236}">
                <a16:creationId xmlns:a16="http://schemas.microsoft.com/office/drawing/2014/main" id="{5A76401D-A5BC-58FE-BA6F-9ABACE1282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364653" cy="4615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838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creenshot of a website&#10;&#10;Description automatically generated">
            <a:extLst>
              <a:ext uri="{FF2B5EF4-FFF2-40B4-BE49-F238E27FC236}">
                <a16:creationId xmlns:a16="http://schemas.microsoft.com/office/drawing/2014/main" id="{6FDAF3F6-E6C0-251E-86C0-06E5AA33CA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659" y="293527"/>
            <a:ext cx="5042541" cy="618982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07BC18-D568-8F8C-CC3F-3AD166D85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703AC-E0D8-44A4-8586-6D8CF346A9F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575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C1EBAE-887F-50A0-42B9-91F87277F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703AC-E0D8-44A4-8586-6D8CF346A9FC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E52516-126B-F3C0-9D88-741BD733190F}"/>
              </a:ext>
            </a:extLst>
          </p:cNvPr>
          <p:cNvSpPr txBox="1"/>
          <p:nvPr/>
        </p:nvSpPr>
        <p:spPr>
          <a:xfrm>
            <a:off x="290945" y="1674673"/>
            <a:ext cx="861752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hlinkClick r:id="rId2"/>
              </a:rPr>
              <a:t>https://www.unomaha.edu/news/2025/10/is-ai-luring-everyone-into-a-middle-intelligence-trap.php</a:t>
            </a:r>
            <a:endParaRPr lang="en-US" dirty="0"/>
          </a:p>
          <a:p>
            <a:pPr algn="l"/>
            <a:endParaRPr lang="en-US" dirty="0"/>
          </a:p>
          <a:p>
            <a:pPr algn="l"/>
            <a:r>
              <a:rPr lang="en-US" dirty="0">
                <a:hlinkClick r:id="rId3"/>
              </a:rPr>
              <a:t>https://www.unomaha.edu/news/2025/08/when-hail-meets-high-finance-nebraskas-insurance-crisis-points-to-americas-climate-future.php</a:t>
            </a:r>
            <a:endParaRPr lang="en-U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935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dirty="0"/>
              <a:t>Economic Growth</a:t>
            </a:r>
            <a:br>
              <a:rPr lang="en-US" sz="3700" dirty="0"/>
            </a:br>
            <a:endParaRPr lang="en-US" sz="3700" dirty="0"/>
          </a:p>
        </p:txBody>
      </p:sp>
      <p:pic>
        <p:nvPicPr>
          <p:cNvPr id="4" name="Picture 3" descr="A graph of blue and white bars&#10;&#10;Description automatically generated">
            <a:extLst>
              <a:ext uri="{FF2B5EF4-FFF2-40B4-BE49-F238E27FC236}">
                <a16:creationId xmlns:a16="http://schemas.microsoft.com/office/drawing/2014/main" id="{9D973292-7CBA-BD1C-6164-7547734DD6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45" y="1241974"/>
            <a:ext cx="8229600" cy="5102351"/>
          </a:xfrm>
          <a:prstGeom prst="rect">
            <a:avLst/>
          </a:prstGeom>
          <a:noFill/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D53703AC-E0D8-44A4-8586-6D8CF346A9FC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971BA-8CAD-928C-0643-7C2E59B22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yellow bars&#10;&#10;AI-generated content may be incorrect.">
            <a:extLst>
              <a:ext uri="{FF2B5EF4-FFF2-40B4-BE49-F238E27FC236}">
                <a16:creationId xmlns:a16="http://schemas.microsoft.com/office/drawing/2014/main" id="{7EE66229-5DE5-FCEF-8443-4B3CA4350B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774" y="1060222"/>
            <a:ext cx="8682452" cy="5535061"/>
          </a:xfrm>
          <a:prstGeom prst="rect">
            <a:avLst/>
          </a:prstGeom>
          <a:noFill/>
        </p:spPr>
      </p:pic>
      <p:sp>
        <p:nvSpPr>
          <p:cNvPr id="2" name="Slide Number Placeholder 1" hidden="1">
            <a:extLst>
              <a:ext uri="{FF2B5EF4-FFF2-40B4-BE49-F238E27FC236}">
                <a16:creationId xmlns:a16="http://schemas.microsoft.com/office/drawing/2014/main" id="{2EFBCCE6-79A6-FB02-C80B-11B2A3014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D53703AC-E0D8-44A4-8586-6D8CF346A9FC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606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dirty="0"/>
              <a:t>Unemployment Rate</a:t>
            </a:r>
            <a:br>
              <a:rPr lang="en-US" sz="3700" dirty="0"/>
            </a:br>
            <a:endParaRPr lang="en-US" sz="3700" dirty="0"/>
          </a:p>
        </p:txBody>
      </p:sp>
      <p:pic>
        <p:nvPicPr>
          <p:cNvPr id="4" name="Picture 3" descr="A graph showing the growth of a stock market&#10;&#10;Description automatically generated">
            <a:extLst>
              <a:ext uri="{FF2B5EF4-FFF2-40B4-BE49-F238E27FC236}">
                <a16:creationId xmlns:a16="http://schemas.microsoft.com/office/drawing/2014/main" id="{3F2A1800-D04F-D10A-4E78-029BC11664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379" y="1600200"/>
            <a:ext cx="7871241" cy="4525963"/>
          </a:xfrm>
          <a:prstGeom prst="rect">
            <a:avLst/>
          </a:prstGeom>
          <a:noFill/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D53703AC-E0D8-44A4-8586-6D8CF346A9FC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07E1F-08F9-7CE5-3456-EEEE0DE6C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92553637-7888-486E-B95F-9D5736BD9F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dirty="0"/>
              <a:t>Labor Force Participation Rate</a:t>
            </a:r>
            <a:br>
              <a:rPr lang="en-US" sz="3700" dirty="0"/>
            </a:br>
            <a:endParaRPr lang="en-US" sz="37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066AEA-4FE8-E88A-8E0C-5E376D5CA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D53703AC-E0D8-44A4-8586-6D8CF346A9FC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pic>
        <p:nvPicPr>
          <p:cNvPr id="5" name="Picture 4" descr="A graph of a line graph&#10;&#10;Description automatically generated with medium confidence">
            <a:extLst>
              <a:ext uri="{FF2B5EF4-FFF2-40B4-BE49-F238E27FC236}">
                <a16:creationId xmlns:a16="http://schemas.microsoft.com/office/drawing/2014/main" id="{A5D6A7E9-38DD-51A8-5546-EDA92D1D04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971247"/>
            <a:ext cx="7772400" cy="588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525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996A9-7AF9-19A1-4267-6DB6E8682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BE9BC6B-5932-D829-17A6-E36A068824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dirty="0"/>
              <a:t>Wage Rate</a:t>
            </a:r>
            <a:br>
              <a:rPr lang="en-US" sz="3700" dirty="0"/>
            </a:br>
            <a:endParaRPr lang="en-US" sz="37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F679CE-7545-ED6E-F234-A1B122BB0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D53703AC-E0D8-44A4-8586-6D8CF346A9FC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pic>
        <p:nvPicPr>
          <p:cNvPr id="4" name="Picture 3" descr="A graph with a red and blue line&#10;&#10;Description automatically generated">
            <a:extLst>
              <a:ext uri="{FF2B5EF4-FFF2-40B4-BE49-F238E27FC236}">
                <a16:creationId xmlns:a16="http://schemas.microsoft.com/office/drawing/2014/main" id="{E5A0CA97-4D32-B144-DB4A-6801142036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41" y="846137"/>
            <a:ext cx="8625262" cy="5399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286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EDA3E-AC55-C12D-5672-A3F7EE45A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410FDEB-CEF5-E22A-DFC6-AD05AF8591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dirty="0"/>
              <a:t>Core Inflation</a:t>
            </a:r>
            <a:br>
              <a:rPr lang="en-US" sz="3700" dirty="0"/>
            </a:br>
            <a:endParaRPr lang="en-US" sz="3700" dirty="0"/>
          </a:p>
        </p:txBody>
      </p:sp>
      <p:pic>
        <p:nvPicPr>
          <p:cNvPr id="4" name="Picture 3" descr="A graph of the us core inflation&#10;&#10;Description automatically generated">
            <a:extLst>
              <a:ext uri="{FF2B5EF4-FFF2-40B4-BE49-F238E27FC236}">
                <a16:creationId xmlns:a16="http://schemas.microsoft.com/office/drawing/2014/main" id="{1DABAF77-0465-7E49-6CE9-2AC89BD2FF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75"/>
          <a:stretch/>
        </p:blipFill>
        <p:spPr>
          <a:xfrm>
            <a:off x="457200" y="1600200"/>
            <a:ext cx="8229600" cy="4525963"/>
          </a:xfrm>
          <a:prstGeom prst="rect">
            <a:avLst/>
          </a:prstGeom>
          <a:noFill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2AA331-F075-259C-C317-874539AB8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D53703AC-E0D8-44A4-8586-6D8CF346A9FC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248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of a graph showing the growth of the stock market&#10;&#10;AI-generated content may be incorrect.">
            <a:extLst>
              <a:ext uri="{FF2B5EF4-FFF2-40B4-BE49-F238E27FC236}">
                <a16:creationId xmlns:a16="http://schemas.microsoft.com/office/drawing/2014/main" id="{5147ACE4-E75E-7D33-2C2F-3F232E60EF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88" y="1148200"/>
            <a:ext cx="8963025" cy="5153738"/>
          </a:xfrm>
          <a:prstGeom prst="rect">
            <a:avLst/>
          </a:prstGeom>
          <a:noFill/>
        </p:spPr>
      </p:pic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17FCD877-8577-DA5C-E890-B4978C35E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D53703AC-E0D8-44A4-8586-6D8CF346A9FC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5566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A6B9E-3ACC-51F5-3984-8E642947D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2A9E4C5-8C52-0379-ED8C-82E38DF9B0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dirty="0"/>
              <a:t>Interest Rate</a:t>
            </a:r>
            <a:br>
              <a:rPr lang="en-US" sz="3700" dirty="0"/>
            </a:br>
            <a:endParaRPr lang="en-US" sz="3700" dirty="0"/>
          </a:p>
        </p:txBody>
      </p:sp>
      <p:pic>
        <p:nvPicPr>
          <p:cNvPr id="5" name="Picture 4" descr="A graph of a graph showing the growth of the covid-19&#10;&#10;Description automatically generated">
            <a:extLst>
              <a:ext uri="{FF2B5EF4-FFF2-40B4-BE49-F238E27FC236}">
                <a16:creationId xmlns:a16="http://schemas.microsoft.com/office/drawing/2014/main" id="{B531215F-2D6C-7943-31A2-A46A33120A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642" y="1417638"/>
            <a:ext cx="8229600" cy="4708525"/>
          </a:xfrm>
          <a:prstGeom prst="rect">
            <a:avLst/>
          </a:prstGeom>
          <a:noFill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E4ADA3-2C7A-BA65-ADDE-81E326671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D53703AC-E0D8-44A4-8586-6D8CF346A9FC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7905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31D3C-9E7D-C117-812E-E01028542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5F298A1-8680-A894-4A10-7F34D6D7DE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dirty="0"/>
              <a:t>Mortgage Rate</a:t>
            </a:r>
            <a:br>
              <a:rPr lang="en-US" sz="3700" dirty="0"/>
            </a:br>
            <a:endParaRPr lang="en-US" sz="3700" dirty="0"/>
          </a:p>
        </p:txBody>
      </p:sp>
      <p:pic>
        <p:nvPicPr>
          <p:cNvPr id="4" name="Picture 3" descr="A graph of a graph showing the growth of the stock market&#10;&#10;Description automatically generated with medium confidence">
            <a:extLst>
              <a:ext uri="{FF2B5EF4-FFF2-40B4-BE49-F238E27FC236}">
                <a16:creationId xmlns:a16="http://schemas.microsoft.com/office/drawing/2014/main" id="{E130B8FB-0BDA-A460-8790-9B051AC417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396" y="989704"/>
            <a:ext cx="8294404" cy="5476829"/>
          </a:xfrm>
          <a:prstGeom prst="rect">
            <a:avLst/>
          </a:prstGeom>
          <a:noFill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A2DB18-37FF-71BB-80E5-37590C794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D53703AC-E0D8-44A4-8586-6D8CF346A9FC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9333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D2DA1-98D2-2151-3AF5-5861B52D4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5DA10B16-C38E-E62E-1DE0-B8E48FD3D1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dirty="0"/>
              <a:t>Government Deficit</a:t>
            </a:r>
            <a:br>
              <a:rPr lang="en-US" sz="3700" dirty="0"/>
            </a:br>
            <a:endParaRPr lang="en-US" sz="3700" dirty="0"/>
          </a:p>
        </p:txBody>
      </p:sp>
      <p:pic>
        <p:nvPicPr>
          <p:cNvPr id="5" name="Picture 4" descr="A graph showing the growth of a project&#10;&#10;Description automatically generated">
            <a:extLst>
              <a:ext uri="{FF2B5EF4-FFF2-40B4-BE49-F238E27FC236}">
                <a16:creationId xmlns:a16="http://schemas.microsoft.com/office/drawing/2014/main" id="{593A63A1-F3B2-413F-AD29-7194967DD8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489" y="1494240"/>
            <a:ext cx="7853083" cy="4790381"/>
          </a:xfrm>
          <a:prstGeom prst="rect">
            <a:avLst/>
          </a:prstGeom>
          <a:noFill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2E4C99-F958-DD5A-B317-40D7F4D7D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D53703AC-E0D8-44A4-8586-6D8CF346A9FC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6711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20685-CCF4-D32A-0AD3-365FD7CCC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33BF3B8-2C74-1538-B24E-4F5478E61A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dirty="0"/>
              <a:t>Public Debt</a:t>
            </a:r>
            <a:br>
              <a:rPr lang="en-US" sz="3700" dirty="0"/>
            </a:br>
            <a:endParaRPr lang="en-US" sz="3700" dirty="0"/>
          </a:p>
        </p:txBody>
      </p:sp>
      <p:pic>
        <p:nvPicPr>
          <p:cNvPr id="5" name="Picture 4" descr="A graph of the spread of coronavirus&#10;&#10;Description automatically generated">
            <a:extLst>
              <a:ext uri="{FF2B5EF4-FFF2-40B4-BE49-F238E27FC236}">
                <a16:creationId xmlns:a16="http://schemas.microsoft.com/office/drawing/2014/main" id="{25F662C9-94CB-BD3C-6542-82FADCE8DC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457" y="1463199"/>
            <a:ext cx="7397294" cy="4808241"/>
          </a:xfrm>
          <a:prstGeom prst="rect">
            <a:avLst/>
          </a:prstGeom>
          <a:noFill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6508B0-6DAA-6E20-3DDA-868E85AAC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D53703AC-E0D8-44A4-8586-6D8CF346A9FC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8740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C9297-CDC7-2EC7-2F6F-C42BEA922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DA489A09-0CCF-A429-2CE3-B9BE93D58B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dirty="0"/>
              <a:t>Who Own US Debt</a:t>
            </a:r>
            <a:br>
              <a:rPr lang="en-US" sz="3700" dirty="0"/>
            </a:br>
            <a:endParaRPr lang="en-US" sz="3700" dirty="0"/>
          </a:p>
        </p:txBody>
      </p:sp>
      <p:pic>
        <p:nvPicPr>
          <p:cNvPr id="4" name="Picture 3" descr="A graph of a number of people&#10;&#10;Description automatically generated with medium confidence">
            <a:extLst>
              <a:ext uri="{FF2B5EF4-FFF2-40B4-BE49-F238E27FC236}">
                <a16:creationId xmlns:a16="http://schemas.microsoft.com/office/drawing/2014/main" id="{6E1B6255-3258-490C-C440-1189102923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65" y="925158"/>
            <a:ext cx="8357435" cy="5787522"/>
          </a:xfrm>
          <a:prstGeom prst="rect">
            <a:avLst/>
          </a:prstGeom>
          <a:noFill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5FF135-DB5F-FF24-1412-5A82FDC18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D53703AC-E0D8-44A4-8586-6D8CF346A9FC}" type="slidenum">
              <a:rPr lang="en-US" smtClean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6113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EBC6B-626E-C98A-1A15-2496585D2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97ECA683-D38D-C8DF-2AF6-A291BB0E6A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dirty="0"/>
              <a:t>Who Own US Debt</a:t>
            </a:r>
            <a:br>
              <a:rPr lang="en-US" sz="3700" dirty="0"/>
            </a:br>
            <a:endParaRPr lang="en-US" sz="3700" dirty="0"/>
          </a:p>
        </p:txBody>
      </p:sp>
      <p:pic>
        <p:nvPicPr>
          <p:cNvPr id="5" name="Picture 4" descr="A graph of different colored squares&#10;&#10;Description automatically generated">
            <a:extLst>
              <a:ext uri="{FF2B5EF4-FFF2-40B4-BE49-F238E27FC236}">
                <a16:creationId xmlns:a16="http://schemas.microsoft.com/office/drawing/2014/main" id="{02CEBC37-31C7-5D3A-E63A-0C7B00444F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69"/>
          <a:stretch/>
        </p:blipFill>
        <p:spPr>
          <a:xfrm>
            <a:off x="457200" y="1600200"/>
            <a:ext cx="8229600" cy="4525963"/>
          </a:xfrm>
          <a:prstGeom prst="rect">
            <a:avLst/>
          </a:prstGeom>
          <a:noFill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EA101A-9F53-F5B0-826E-D2E790319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D53703AC-E0D8-44A4-8586-6D8CF346A9FC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8307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53FF6-AD16-FA09-7E59-2687A5367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584EDC96-D5B2-E40B-4A8A-14D3699B14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dirty="0"/>
              <a:t>Who Own US Debt</a:t>
            </a:r>
            <a:br>
              <a:rPr lang="en-US" sz="3700" dirty="0"/>
            </a:br>
            <a:endParaRPr lang="en-US" sz="3700" dirty="0"/>
          </a:p>
        </p:txBody>
      </p:sp>
      <p:pic>
        <p:nvPicPr>
          <p:cNvPr id="5" name="Picture 4" descr="A graph with numbers and a number of different colored squares&#10;&#10;Description automatically generated with medium confidence">
            <a:extLst>
              <a:ext uri="{FF2B5EF4-FFF2-40B4-BE49-F238E27FC236}">
                <a16:creationId xmlns:a16="http://schemas.microsoft.com/office/drawing/2014/main" id="{C97C0E4A-BACB-E47F-3402-AC2DEFF2A3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97"/>
          <a:stretch/>
        </p:blipFill>
        <p:spPr>
          <a:xfrm>
            <a:off x="457200" y="1600200"/>
            <a:ext cx="8229600" cy="4525963"/>
          </a:xfrm>
          <a:prstGeom prst="rect">
            <a:avLst/>
          </a:prstGeom>
          <a:noFill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61ED7D-FA68-454C-E308-3809619F4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D53703AC-E0D8-44A4-8586-6D8CF346A9FC}" type="slidenum">
              <a:rPr lang="en-US" smtClean="0"/>
              <a:pPr>
                <a:spcAft>
                  <a:spcPts val="600"/>
                </a:spcAft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9978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63B09-9CA4-6588-936A-E8725AD7A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B3F7E99-6F44-19FD-C753-D7D4D3F127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dirty="0"/>
              <a:t>US Trade Balance</a:t>
            </a:r>
            <a:br>
              <a:rPr lang="en-US" sz="3700" dirty="0"/>
            </a:br>
            <a:endParaRPr lang="en-US" sz="37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C6AA69-D487-E9C4-153F-7C8BA52BF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D53703AC-E0D8-44A4-8586-6D8CF346A9FC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  <p:pic>
        <p:nvPicPr>
          <p:cNvPr id="5" name="Picture 4" descr="A graph of red and blue lines&#10;&#10;Description automatically generated">
            <a:extLst>
              <a:ext uri="{FF2B5EF4-FFF2-40B4-BE49-F238E27FC236}">
                <a16:creationId xmlns:a16="http://schemas.microsoft.com/office/drawing/2014/main" id="{D22C427B-0546-CE8C-D8F3-DF145D2718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00" y="1224825"/>
            <a:ext cx="8591181" cy="478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6274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of a line&#10;&#10;AI-generated content may be incorrect.">
            <a:extLst>
              <a:ext uri="{FF2B5EF4-FFF2-40B4-BE49-F238E27FC236}">
                <a16:creationId xmlns:a16="http://schemas.microsoft.com/office/drawing/2014/main" id="{B96FE6FF-B202-591A-1CEA-C1605A0812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49" b="3226"/>
          <a:stretch>
            <a:fillRect/>
          </a:stretch>
        </p:blipFill>
        <p:spPr>
          <a:xfrm>
            <a:off x="20" y="384323"/>
            <a:ext cx="9143980" cy="6857990"/>
          </a:xfrm>
          <a:prstGeom prst="rect">
            <a:avLst/>
          </a:prstGeom>
          <a:noFill/>
        </p:spPr>
      </p:pic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E60BCCBD-03CF-2C69-0171-823FAC2DC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D53703AC-E0D8-44A4-8586-6D8CF346A9FC}" type="slidenum">
              <a:rPr lang="en-US" smtClean="0"/>
              <a:pPr>
                <a:spcAft>
                  <a:spcPts val="600"/>
                </a:spcAft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532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53B40-2E74-1F82-7091-19B534E72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3D7450B9-25D5-2C65-D30A-BE5C731A16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17" b="3"/>
          <a:stretch>
            <a:fillRect/>
          </a:stretch>
        </p:blipFill>
        <p:spPr>
          <a:xfrm>
            <a:off x="2079885" y="258060"/>
            <a:ext cx="4984230" cy="5853113"/>
          </a:xfrm>
          <a:prstGeom prst="rect">
            <a:avLst/>
          </a:prstGeom>
          <a:noFill/>
        </p:spPr>
      </p:pic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2BF2254C-7E9B-C5C9-9DE0-B545651A1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/>
          <a:p>
            <a:pPr>
              <a:spcAft>
                <a:spcPts val="600"/>
              </a:spcAft>
            </a:pPr>
            <a:fld id="{FBFAE683-88DD-47EF-9E4E-9C9AEF8DEE63}" type="slidenum">
              <a:rPr lang="en-US"/>
              <a:pPr>
                <a:spcAft>
                  <a:spcPts val="600"/>
                </a:spcAft>
              </a:pPr>
              <a:t>24</a:t>
            </a:fld>
            <a:endParaRPr lang="en-US"/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2771AA7D-A1A2-7A8D-731F-24692FD53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D53703AC-E0D8-44A4-8586-6D8CF346A9FC}" type="slidenum">
              <a:rPr lang="en-US" smtClean="0"/>
              <a:pPr>
                <a:spcAft>
                  <a:spcPts val="600"/>
                </a:spcAft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327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C3F55358-7010-FB69-3D75-907813EA26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51" y="660400"/>
            <a:ext cx="8694098" cy="6129338"/>
          </a:xfrm>
          <a:prstGeom prst="rect">
            <a:avLst/>
          </a:prstGeom>
          <a:noFill/>
        </p:spPr>
      </p:pic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E9050A4B-56E8-9EC5-F04C-3BFBCB8F0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D53703AC-E0D8-44A4-8586-6D8CF346A9FC}" type="slidenum">
              <a:rPr lang="en-US" smtClean="0"/>
              <a:pPr>
                <a:spcAft>
                  <a:spcPts val="600"/>
                </a:spcAft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7396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73BB61-D754-B33A-62DF-6F91D7956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703AC-E0D8-44A4-8586-6D8CF346A9FC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BB4E04B5-6112-A2D8-2C21-83C837B62B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708" y="0"/>
            <a:ext cx="68665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0923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of the number of maths&#10;&#10;AI-generated content may be incorrect.">
            <a:extLst>
              <a:ext uri="{FF2B5EF4-FFF2-40B4-BE49-F238E27FC236}">
                <a16:creationId xmlns:a16="http://schemas.microsoft.com/office/drawing/2014/main" id="{E51AF4CE-9CA5-8670-44FF-3B590060C5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88" y="1697185"/>
            <a:ext cx="8963025" cy="4055767"/>
          </a:xfrm>
          <a:prstGeom prst="rect">
            <a:avLst/>
          </a:prstGeom>
          <a:noFill/>
        </p:spPr>
      </p:pic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88D79E5C-402F-42EE-39E9-BFA72F041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D53703AC-E0D8-44A4-8586-6D8CF346A9FC}" type="slidenum">
              <a:rPr lang="en-US" smtClean="0"/>
              <a:pPr>
                <a:spcAft>
                  <a:spcPts val="600"/>
                </a:spcAft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2157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What is Macroeconomics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 dirty="0"/>
              <a:t>Models built to explain macroeconomic phenomena.</a:t>
            </a:r>
          </a:p>
          <a:p>
            <a:endParaRPr lang="en-US" altLang="en-US" sz="2400" dirty="0"/>
          </a:p>
          <a:p>
            <a:r>
              <a:rPr lang="en-US" altLang="en-US" sz="2400" dirty="0"/>
              <a:t>Examples of issues:</a:t>
            </a:r>
          </a:p>
          <a:p>
            <a:pPr lvl="1">
              <a:buFontTx/>
              <a:buChar char="•"/>
            </a:pPr>
            <a:r>
              <a:rPr lang="en-US" altLang="en-US" sz="2000" dirty="0"/>
              <a:t>Why are so many countries poor?</a:t>
            </a:r>
          </a:p>
          <a:p>
            <a:pPr lvl="1">
              <a:buFontTx/>
              <a:buChar char="•"/>
            </a:pPr>
            <a:r>
              <a:rPr lang="en-US" altLang="en-US" sz="2000" dirty="0"/>
              <a:t>Why are millions of people unemployed?</a:t>
            </a:r>
          </a:p>
          <a:p>
            <a:pPr lvl="1">
              <a:buFontTx/>
              <a:buChar char="•"/>
            </a:pPr>
            <a:r>
              <a:rPr lang="en-US" altLang="en-US" sz="2000" dirty="0"/>
              <a:t>What makes people unequal in income and wealth?</a:t>
            </a:r>
          </a:p>
          <a:p>
            <a:pPr lvl="1">
              <a:buFontTx/>
              <a:buChar char="•"/>
            </a:pPr>
            <a:r>
              <a:rPr lang="en-US" altLang="en-US" sz="2000" dirty="0"/>
              <a:t>Why are there recession? Can the government do anything to combat recession? Should it?</a:t>
            </a:r>
          </a:p>
          <a:p>
            <a:pPr marL="457200" lvl="1" indent="0">
              <a:buNone/>
            </a:pPr>
            <a:endParaRPr lang="en-US" altLang="en-US" sz="2000" dirty="0"/>
          </a:p>
          <a:p>
            <a:r>
              <a:rPr lang="en-US" altLang="en-US" sz="2400" dirty="0"/>
              <a:t>To summarize: </a:t>
            </a:r>
            <a:r>
              <a:rPr lang="en-US" altLang="en-US" sz="2400" b="1" i="1" dirty="0"/>
              <a:t>long-run growth</a:t>
            </a:r>
            <a:r>
              <a:rPr lang="en-US" altLang="en-US" sz="2400" i="1" dirty="0"/>
              <a:t> </a:t>
            </a:r>
            <a:r>
              <a:rPr lang="en-US" altLang="en-US" sz="2400" dirty="0"/>
              <a:t>and </a:t>
            </a:r>
            <a:r>
              <a:rPr lang="en-US" altLang="en-US" sz="2400" b="1" i="1" dirty="0"/>
              <a:t>business cycles</a:t>
            </a:r>
            <a:r>
              <a:rPr lang="en-US" altLang="en-US" sz="2400" i="1" dirty="0"/>
              <a:t>.</a:t>
            </a:r>
            <a:endParaRPr lang="en-US" altLang="en-US" sz="24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703AC-E0D8-44A4-8586-6D8CF346A9FC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Birth of modern macroeconomics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703AC-E0D8-44A4-8586-6D8CF346A9FC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6" name="Picture 2" descr="http://img.timeinc.net/time/magazine/archive/covers/1965/1101651231_40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828800"/>
            <a:ext cx="3594100" cy="4735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3700"/>
              <a:t>Why should we care about Macroeconomics?</a:t>
            </a:r>
            <a:endParaRPr lang="en-US" sz="3700"/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7C26003F-42F3-F741-FFFE-0A1F0C0490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134" y="1377707"/>
            <a:ext cx="7292163" cy="4867518"/>
          </a:xfrm>
          <a:prstGeom prst="rect">
            <a:avLst/>
          </a:prstGeom>
          <a:noFill/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D53703AC-E0D8-44A4-8586-6D8CF346A9FC}" type="slidenum">
              <a:rPr lang="en-US" smtClean="0"/>
              <a:pPr>
                <a:spcAft>
                  <a:spcPts val="600"/>
                </a:spcAft>
              </a:pPr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44513"/>
            <a:ext cx="8229600" cy="1143000"/>
          </a:xfrm>
        </p:spPr>
        <p:txBody>
          <a:bodyPr/>
          <a:lstStyle/>
          <a:p>
            <a:r>
              <a:rPr lang="en-US" altLang="en-US" sz="3600" dirty="0"/>
              <a:t>Why should we care about Macroeconomics?</a:t>
            </a:r>
            <a:endParaRPr lang="en-US" sz="36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703AC-E0D8-44A4-8586-6D8CF346A9FC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6" name="Picture 2" descr="http://1.bp.blogspot.com/_5tKvwoPy9SM/TQtjZndJuwI/AAAAAAAAJ9k/JK0uCHTQS3o/s1600/gekko-fortun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475" y="2543175"/>
            <a:ext cx="2857500" cy="385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Why should we care about Macroeconomics?</a:t>
            </a:r>
            <a:endParaRPr lang="en-US" sz="32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703AC-E0D8-44A4-8586-6D8CF346A9FC}" type="slidenum">
              <a:rPr lang="en-US" smtClean="0"/>
              <a:pPr/>
              <a:t>32</a:t>
            </a:fld>
            <a:endParaRPr lang="en-US"/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9100" y="2743200"/>
            <a:ext cx="5715000" cy="285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What do Macroeconomists do?</a:t>
            </a:r>
            <a:endParaRPr lang="en-US" sz="3600" dirty="0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/>
              <a:t>There are three types of macroeconomists: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000" b="1" dirty="0"/>
              <a:t>Forecasters</a:t>
            </a:r>
            <a:r>
              <a:rPr lang="en-US" sz="2000" dirty="0"/>
              <a:t>: </a:t>
            </a:r>
          </a:p>
          <a:p>
            <a:pPr marL="800100" lvl="1" indent="-342900">
              <a:buFont typeface="Arial" pitchFamily="34" charset="0"/>
              <a:buChar char="•"/>
              <a:defRPr/>
            </a:pPr>
            <a:r>
              <a:rPr lang="en-US" sz="1800" dirty="0"/>
              <a:t>predict how inflation, GDP or stock markets will perform in the short run. Unfortunately economists are pretty bad at predicting the short run, even worse than meteorologists.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000" b="1" dirty="0"/>
              <a:t>Analysts</a:t>
            </a:r>
            <a:r>
              <a:rPr lang="en-US" sz="2000" dirty="0"/>
              <a:t>:</a:t>
            </a:r>
          </a:p>
          <a:p>
            <a:pPr marL="800100" lvl="1" indent="-342900">
              <a:buFont typeface="Arial" pitchFamily="34" charset="0"/>
              <a:buChar char="•"/>
              <a:defRPr/>
            </a:pPr>
            <a:r>
              <a:rPr lang="en-US" sz="1800" dirty="0"/>
              <a:t>private sector: interpret current economic events and inform the decision of an investment bank to, consulting firms.</a:t>
            </a:r>
          </a:p>
          <a:p>
            <a:pPr marL="800100" lvl="1" indent="-342900">
              <a:buFont typeface="Arial" pitchFamily="34" charset="0"/>
              <a:buChar char="•"/>
              <a:defRPr/>
            </a:pPr>
            <a:r>
              <a:rPr lang="en-US" sz="1800" dirty="0"/>
              <a:t>public sector: inform the government on what are the right policies, given a certain political objective that wants to be reached.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000" b="1" dirty="0"/>
              <a:t>Researchers</a:t>
            </a:r>
            <a:r>
              <a:rPr lang="en-US" sz="2000" dirty="0"/>
              <a:t>: </a:t>
            </a:r>
          </a:p>
          <a:p>
            <a:pPr marL="800100" lvl="1" indent="-342900">
              <a:buFont typeface="Arial" pitchFamily="34" charset="0"/>
              <a:buChar char="•"/>
              <a:defRPr/>
            </a:pPr>
            <a:r>
              <a:rPr lang="en-US" sz="1800" dirty="0"/>
              <a:t>developing new models or validating or falsifying existing ones</a:t>
            </a:r>
            <a:r>
              <a:rPr lang="en-US" sz="2000" dirty="0"/>
              <a:t>.</a:t>
            </a:r>
            <a:endParaRPr lang="en-US" sz="2000" dirty="0">
              <a:latin typeface="Times New Roman" pitchFamily="1" charset="0"/>
            </a:endParaRPr>
          </a:p>
          <a:p>
            <a:endParaRPr lang="en-US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703AC-E0D8-44A4-8586-6D8CF346A9FC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List of Topics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US" sz="2400" dirty="0"/>
          </a:p>
          <a:p>
            <a:r>
              <a:rPr lang="en-US" sz="2000" dirty="0"/>
              <a:t>Review of Some Key Concepts From Microeconomics</a:t>
            </a:r>
          </a:p>
          <a:p>
            <a:r>
              <a:rPr lang="en-US" sz="2000" dirty="0"/>
              <a:t>National Income Accounting</a:t>
            </a:r>
          </a:p>
          <a:p>
            <a:r>
              <a:rPr lang="en-US" sz="2000" dirty="0"/>
              <a:t>Labor market</a:t>
            </a:r>
          </a:p>
          <a:p>
            <a:r>
              <a:rPr lang="en-US" sz="2000" dirty="0"/>
              <a:t>Macroeconomics: The Big Picture</a:t>
            </a:r>
          </a:p>
          <a:p>
            <a:r>
              <a:rPr lang="en-US" sz="2000" dirty="0"/>
              <a:t>Economic Growth</a:t>
            </a:r>
          </a:p>
          <a:p>
            <a:r>
              <a:rPr lang="en-US" sz="2000" dirty="0"/>
              <a:t>The Keynesian Model</a:t>
            </a:r>
          </a:p>
          <a:p>
            <a:r>
              <a:rPr lang="en-US" sz="2000" dirty="0"/>
              <a:t>Macroeconomic Equilibrium</a:t>
            </a:r>
          </a:p>
          <a:p>
            <a:r>
              <a:rPr lang="en-US" sz="2000" dirty="0"/>
              <a:t>Economic Policies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703AC-E0D8-44A4-8586-6D8CF346A9FC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446</Words>
  <Application>Microsoft Macintosh PowerPoint</Application>
  <PresentationFormat>On-screen Show (4:3)</PresentationFormat>
  <Paragraphs>112</Paragraphs>
  <Slides>34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Times New Roman</vt:lpstr>
      <vt:lpstr>Default Design</vt:lpstr>
      <vt:lpstr>Economics 2220 Principles of Macroeconomics</vt:lpstr>
      <vt:lpstr>Course Presentation</vt:lpstr>
      <vt:lpstr>Who am I?</vt:lpstr>
      <vt:lpstr>PowerPoint Presentation</vt:lpstr>
      <vt:lpstr>PowerPoint Presentation</vt:lpstr>
      <vt:lpstr>PowerPoint Presentation</vt:lpstr>
      <vt:lpstr>PowerPoint Presentation</vt:lpstr>
      <vt:lpstr>Economic Growth </vt:lpstr>
      <vt:lpstr>PowerPoint Presentation</vt:lpstr>
      <vt:lpstr>Unemployment Rate </vt:lpstr>
      <vt:lpstr>Labor Force Participation Rate </vt:lpstr>
      <vt:lpstr>Wage Rate </vt:lpstr>
      <vt:lpstr>Core Inflation </vt:lpstr>
      <vt:lpstr>PowerPoint Presentation</vt:lpstr>
      <vt:lpstr>Interest Rate </vt:lpstr>
      <vt:lpstr>Mortgage Rate </vt:lpstr>
      <vt:lpstr>Government Deficit </vt:lpstr>
      <vt:lpstr>Public Debt </vt:lpstr>
      <vt:lpstr>Who Own US Debt </vt:lpstr>
      <vt:lpstr>Who Own US Debt </vt:lpstr>
      <vt:lpstr>Who Own US Debt </vt:lpstr>
      <vt:lpstr>US Trade Balance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is Macroeconomics</vt:lpstr>
      <vt:lpstr>Birth of modern macroeconomics</vt:lpstr>
      <vt:lpstr>Why should we care about Macroeconomics?</vt:lpstr>
      <vt:lpstr>Why should we care about Macroeconomics?</vt:lpstr>
      <vt:lpstr>Why should we care about Macroeconomics?</vt:lpstr>
      <vt:lpstr>What do Macroeconomists do?</vt:lpstr>
      <vt:lpstr>List of Topics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2013-09-04T14:15:53Z</dcterms:created>
  <dcterms:modified xsi:type="dcterms:W3CDTF">2026-01-13T17:34:49Z</dcterms:modified>
</cp:coreProperties>
</file>